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8BDF8"/>
                </a:solidFill>
                <a:latin typeface="Aptos"/>
              </a:defRPr>
            </a:pPr>
            <a:r>
              <a:t>FRONTEND DEVELOPMENT • LEARNING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11887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F1F5F9"/>
                </a:solidFill>
                <a:latin typeface="Aptos"/>
              </a:defRPr>
            </a:pPr>
            <a:r>
              <a:t>Learn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96012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CBD5E1"/>
                </a:solidFill>
                <a:latin typeface="Aptos"/>
              </a:defRPr>
            </a:pPr>
            <a:r>
              <a:t>Build user interfaces with components, data, and interactivity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987552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1F5F9"/>
                </a:solidFill>
                <a:latin typeface="Aptos"/>
              </a:defRPr>
            </a:pPr>
            <a:r>
              <a:t>Beginner-friendly slides based on the official React Learn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98755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8BDF8"/>
                </a:solidFill>
                <a:latin typeface="Aptos"/>
              </a:defRPr>
            </a:pPr>
            <a:r>
              <a:t>Source: react.dev/learn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By the end of this session, learners should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Explain what React is and why developers use it.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Create and reuse function components.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Write JSX and display JavaScript data in the UI.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Pass information with props and render lists.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Handle events and update the screen with state.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Recognize conditional rendering and basic sharing of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1. What is React?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React is a JavaScript library for building user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A user interface (UI) is what people see and interact with.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React helps split a UI into small, reusable pieces called components.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When data changes, React can update the relevant UI.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Common uses: dashboards, e-commerce sites, portfolios, and web apps.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Prerequisites: basic HTML, CSS, and modern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2. Components: reusable UI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A component is commonly a JavaScript function that returns JSX.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function Welcome() {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return &lt;h1&gt;Welcome to React!&lt;/h1&gt;;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export default function App() {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&lt;main&gt;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  &lt;Welcome /&gt;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  &lt;Welcome /&gt;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&lt;/main&gt;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893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CC15"/>
                </a:solidFill>
                <a:latin typeface="Aptos"/>
              </a:defRPr>
            </a:pPr>
            <a:r>
              <a:t>Remember: React component names start with a capital letter.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3. JSX: markup inside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JSX looks like HTML, but it follows a few JavaScript-friendly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Return one parent element, or use a Fragment: &lt;&gt; ... &lt;/&gt;.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Use className instead of class for CSS classes.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Close tags, including image and input tags.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Use curly braces { } to insert JavaScript expressions.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JSX makes the structure of a component easy to 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const learner = "Ayesha";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function App() {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  &lt;section className="card"&gt;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    &lt;h1&gt;Hello, {learner}!&lt;/h1&gt;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    &lt;p&gt;2 + 2 = {2 + 2}&lt;/p&gt;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  &lt;/section&gt;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5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4. Display data and use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Props let a parent component pass data to a child.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function Greeting({ name, role }) {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return &lt;p&gt;Hello {name} — {role}&lt;/p&gt;;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export default function App() {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&lt;Greeting name="Urooj" role="Developer" /&gt;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&lt;Greeting name="Ali" role="Student" /&gt;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&lt;/&gt;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CC15"/>
                </a:solidFill>
                <a:latin typeface="Aptos"/>
              </a:defRPr>
            </a:pPr>
            <a:r>
              <a:t>Props are read-only inputs. Data usually flows from parent to child.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5. Render lists with map()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Use arrays to render repeated UI, and give each item a stable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const topics = ["Components", "JSX", "Props"];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function TopicList() {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&lt;ul&gt;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{topics.map((topic) =&gt;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  &lt;li key={topic}&gt;{topic}&lt;/li&gt;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))}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&lt;/ul&gt;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map() transforms each array item into a UI element.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key helps React identify items when a list changes.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Use a stable unique ID when available; avoid array indexes for changing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6. Conditional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Show different UI depending on data or a condition.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4922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function LoginStatus({ isLoggedIn }) {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&lt;div&gt;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{isLoggedIn ?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  &lt;p&gt;Welcome back!&lt;/p&gt;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) :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  &lt;p&gt;Please log in.&lt;/p&gt;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)}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&lt;/div&gt;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828800"/>
            <a:ext cx="3657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  <a:latin typeface="Aptos"/>
              </a:defRPr>
            </a:pPr>
            <a:r>
              <a:t>Common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423160"/>
            <a:ext cx="3840480" cy="2468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if / else</a:t>
            </a: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Use for longer logic.</a:t>
            </a: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condition ? A : B</a:t>
            </a: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Choose between two results.</a:t>
            </a: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condition &amp;&amp; A</a:t>
            </a:r>
          </a:p>
          <a:p>
            <a:pPr>
              <a:spcAft>
                <a:spcPts val="700"/>
              </a:spcAft>
              <a:defRPr sz="1700" b="0">
                <a:solidFill>
                  <a:srgbClr val="F1F5F9"/>
                </a:solidFill>
                <a:latin typeface="Aptos"/>
              </a:defRPr>
            </a:pPr>
            <a:r>
              <a:t>Show A only when 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7. Events: respond to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Event handlers run when users interact with the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function AlertButton() {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function handleClick() {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alert("Button clicked!");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&lt;button onClick={handleClick}&gt;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  Click me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  &lt;/button&gt;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9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ACC15"/>
                </a:solidFill>
                <a:latin typeface="Aptos"/>
              </a:defRPr>
            </a:pPr>
            <a:r>
              <a:t>Pass the function: onClick={handleClick} — don't call it during rendering.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8. State: remember changing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useState lets a component remember information between renders.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6751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 bIns="137160"/>
          <a:lstStyle/>
          <a:p>
            <a:pPr algn="ctr"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import { useState } from "react";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function Counter() {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const [count, setCount] = useState(0);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&lt;button onClick={() =&gt; setCount(count + 1)}&gt;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  Clicked {count} times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  &lt;/button&gt;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300"/>
              </a:spcAft>
              <a:defRPr sz="18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828800"/>
            <a:ext cx="356616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ptos"/>
              </a:defRPr>
            </a:pPr>
            <a:r>
              <a:t>count = current value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ptos"/>
              </a:defRPr>
            </a:pPr>
            <a:r>
              <a:t>setCount = update function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ptos"/>
              </a:defRPr>
            </a:pPr>
            <a:r>
              <a:t>0 = initial value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ptos"/>
              </a:defRPr>
            </a:pPr>
            <a:r>
              <a:t>When state changes, React renders the component again so the UI can reflect the new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9. Sharing data between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Keep state in a common parent when multiple children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A parent can pass data down through props.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A child can notify a parent by calling a callback prop.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This pattern keeps one source of truth for shared state.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For widely shared values, React also provides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8BDF8"/>
                </a:solidFill>
                <a:latin typeface="Aptos"/>
              </a:defRPr>
            </a:pPr>
            <a:r>
              <a:t>Think of a shopping cart: the header and cart page may both need the same cart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10. 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Small details can cause confusing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Writing component names in lowercase: use MyComponent, not myComponent.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Using class instead of className in JSX.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Forgetting keys when rendering lists.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Changing state directly instead of using the setter function.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Calling an event handler while rendering: onClick={handleClick()}, instead of passing it.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Trying to put multiple sibling elements in a return without a parent or Fragment.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Practice activity: build a profile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Work in pairs or individually • 15–20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Create a ProfileCard component.</a:t>
            </a:r>
          </a:p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Pass name, course, and skill as props.</a:t>
            </a:r>
          </a:p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Display a list of three skills using map().</a:t>
            </a:r>
          </a:p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Add a button that toggles “Available” / “Busy” using useState.</a:t>
            </a:r>
          </a:p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Show a different message based on availability.</a:t>
            </a:r>
          </a:p>
          <a:p>
            <a:pPr>
              <a:spcAft>
                <a:spcPts val="14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Test your app and explain which parts are components, props, state, and events.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Suggested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Follow the official React Learn guide in a practical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Describing the UI: components, JSX, props, conditional rendering, lists.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Adding Interactivity: events, state, and sharing state.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Managing State: choosing state structure and lifting state up.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Escape Hatches: effects, refs, and custom hooks when needed.</a:t>
            </a:r>
          </a:p>
          <a:p>
            <a:pPr>
              <a:spcAft>
                <a:spcPts val="14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Build a small project after each major topic rather than only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8BDF8"/>
                </a:solidFill>
                <a:latin typeface="Aptos"/>
              </a:defRPr>
            </a:pPr>
            <a:r>
              <a:t>Official guide: https://react.dev/learn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ptos"/>
              </a:defRPr>
            </a:pPr>
            <a:r>
              <a:t>Quick recap + 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Ask learners to answer these before leaving.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What is a React component?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What is the difference between props and state?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Why do we use key when rendering a list?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Which event prop handles a button click?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What happens to the UI after state changes?</a:t>
            </a:r>
          </a:p>
          <a:p>
            <a:pPr>
              <a:spcAft>
                <a:spcPts val="14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Challenge: explain the Counter component in your own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Reference: React official Learn documentation • react.dev/learn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